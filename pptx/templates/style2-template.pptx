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1D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标题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副标题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</a:rPr>
              <a:t>2026/1/21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5D1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章节标题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第一项内容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第二项内容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第三项内容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5D1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两栏布局标题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5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左侧标题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内容1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内容2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12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右侧标题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内容1</a:t>
            </a:r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内容2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1D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谢谢观看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风格2模板 - 自定义</dc:title>
  <dc:subject>PptxGenJS Presentation</dc:subject>
  <dc:creator>PPTX Style System</dc:creator>
  <cp:lastModifiedBy>PPTX Style System</cp:lastModifiedBy>
  <cp:revision>1</cp:revision>
  <dcterms:created xsi:type="dcterms:W3CDTF">2026-01-21T06:18:10Z</dcterms:created>
  <dcterms:modified xsi:type="dcterms:W3CDTF">2026-01-21T06:18:10Z</dcterms:modified>
</cp:coreProperties>
</file>